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4" d="100"/>
          <a:sy n="94" d="100"/>
        </p:scale>
        <p:origin x="27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90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7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8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6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7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4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0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9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21D9E5-0B7E-4D58-A563-9453608EF9B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8AAC00-54A6-4F8C-8451-382C544675A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5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9B61-D45C-829B-178E-FFA5AFC414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Praktikum</a:t>
            </a:r>
            <a:r>
              <a:rPr lang="en-US" dirty="0"/>
              <a:t> </a:t>
            </a:r>
            <a:r>
              <a:rPr lang="en-US" dirty="0" err="1"/>
              <a:t>Mekatronika</a:t>
            </a:r>
            <a:r>
              <a:rPr lang="en-US" dirty="0"/>
              <a:t> dan </a:t>
            </a:r>
            <a:r>
              <a:rPr lang="en-US" dirty="0" err="1"/>
              <a:t>Robotika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D946-AE99-9C5D-0C93-1B4B6EFA5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Pertemuan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01272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41A1-C2E0-DDAC-65D0-2510EBC2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Praktikum</a:t>
            </a:r>
            <a:r>
              <a:rPr lang="en-US" dirty="0"/>
              <a:t> </a:t>
            </a:r>
            <a:r>
              <a:rPr lang="en-US" dirty="0" err="1"/>
              <a:t>Mekatronika</a:t>
            </a:r>
            <a:r>
              <a:rPr lang="en-US" dirty="0"/>
              <a:t> Dan </a:t>
            </a:r>
            <a:r>
              <a:rPr lang="en-US" dirty="0" err="1"/>
              <a:t>Robotika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9150-D2CC-F098-C7B1-3BD910890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Desain PCB </a:t>
            </a:r>
            <a:r>
              <a:rPr lang="en-US" dirty="0" err="1"/>
              <a:t>EasyEDA</a:t>
            </a:r>
            <a:r>
              <a:rPr lang="en-US" dirty="0"/>
              <a:t> dan Project PCB Line Follower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Setup ROS dan </a:t>
            </a:r>
            <a:r>
              <a:rPr lang="en-US" dirty="0" err="1"/>
              <a:t>Lanjutkan</a:t>
            </a:r>
            <a:r>
              <a:rPr lang="en-US" dirty="0"/>
              <a:t> Project PCB Line Follower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Fusion 360 Desain </a:t>
            </a:r>
            <a:r>
              <a:rPr lang="en-US" dirty="0" err="1"/>
              <a:t>Mekanik</a:t>
            </a:r>
            <a:r>
              <a:rPr lang="en-US" dirty="0"/>
              <a:t> Project Line Follower dan Order PCB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IoT </a:t>
            </a:r>
            <a:r>
              <a:rPr lang="en-US" dirty="0" err="1"/>
              <a:t>WebServer</a:t>
            </a:r>
            <a:r>
              <a:rPr lang="en-US" dirty="0"/>
              <a:t> MQTT ESP32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IoT PLC Schneider </a:t>
            </a:r>
            <a:r>
              <a:rPr lang="en-US" dirty="0" err="1"/>
              <a:t>Mosbus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dan Program Robot Line Follower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Program Robot Wall Follower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 Dasar dan Gazebo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 </a:t>
            </a:r>
            <a:r>
              <a:rPr lang="en-US" dirty="0" err="1"/>
              <a:t>Kinematika</a:t>
            </a:r>
            <a:r>
              <a:rPr lang="en-US" dirty="0"/>
              <a:t> dan </a:t>
            </a:r>
            <a:r>
              <a:rPr lang="en-US" dirty="0" err="1"/>
              <a:t>Kontroler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 OpenCV dan YOLO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 SLAM dan </a:t>
            </a:r>
            <a:r>
              <a:rPr lang="en-US" dirty="0" err="1"/>
              <a:t>Navigasi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 Robot ARM dan </a:t>
            </a:r>
            <a:r>
              <a:rPr lang="en-US" dirty="0" err="1"/>
              <a:t>MoveIt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1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47CF-9ABD-1DD7-2ADD-90809A8D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Persiapan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</a:t>
            </a:r>
            <a:r>
              <a:rPr lang="en-US" dirty="0" err="1"/>
              <a:t>depan</a:t>
            </a:r>
            <a:r>
              <a:rPr lang="en-US" dirty="0"/>
              <a:t> Setup 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3457D-21A0-1180-A51D-05980922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5" y="178830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SSD 256</a:t>
            </a:r>
          </a:p>
          <a:p>
            <a:r>
              <a:rPr lang="en-US" dirty="0"/>
              <a:t>Windows C 140gb </a:t>
            </a:r>
            <a:r>
              <a:rPr lang="en-US" dirty="0" err="1"/>
              <a:t>EasyEda</a:t>
            </a:r>
            <a:r>
              <a:rPr lang="en-US" dirty="0"/>
              <a:t>, Fusion 360, </a:t>
            </a:r>
            <a:r>
              <a:rPr lang="en-US" dirty="0" err="1"/>
              <a:t>Solidwork</a:t>
            </a:r>
            <a:r>
              <a:rPr lang="en-US" dirty="0"/>
              <a:t>, </a:t>
            </a:r>
            <a:r>
              <a:rPr lang="en-US" dirty="0" err="1"/>
              <a:t>EcoStructure</a:t>
            </a:r>
            <a:r>
              <a:rPr lang="en-US" dirty="0"/>
              <a:t>, CTRL X, PLC </a:t>
            </a:r>
            <a:r>
              <a:rPr lang="en-US" dirty="0" err="1"/>
              <a:t>oMron</a:t>
            </a:r>
            <a:r>
              <a:rPr lang="en-US" dirty="0"/>
              <a:t>, OBS</a:t>
            </a:r>
          </a:p>
          <a:p>
            <a:r>
              <a:rPr lang="en-US" dirty="0"/>
              <a:t>Data 100gb , 512gb </a:t>
            </a:r>
            <a:r>
              <a:rPr lang="en-US" dirty="0" err="1"/>
              <a:t>semua</a:t>
            </a:r>
            <a:r>
              <a:rPr lang="en-US" dirty="0"/>
              <a:t> data (200rb)</a:t>
            </a:r>
          </a:p>
          <a:p>
            <a:r>
              <a:rPr lang="en-US" dirty="0"/>
              <a:t>Ubuntu 60gb</a:t>
            </a:r>
          </a:p>
          <a:p>
            <a:endParaRPr lang="en-US" dirty="0"/>
          </a:p>
          <a:p>
            <a:r>
              <a:rPr lang="en-US" dirty="0"/>
              <a:t>SSD 512</a:t>
            </a:r>
          </a:p>
          <a:p>
            <a:r>
              <a:rPr lang="en-US" dirty="0"/>
              <a:t>C 200gb</a:t>
            </a:r>
          </a:p>
          <a:p>
            <a:r>
              <a:rPr lang="en-US" dirty="0"/>
              <a:t>Data 200gb</a:t>
            </a:r>
          </a:p>
          <a:p>
            <a:r>
              <a:rPr lang="en-US" dirty="0"/>
              <a:t>Ubuntu 80gb</a:t>
            </a:r>
          </a:p>
        </p:txBody>
      </p:sp>
    </p:spTree>
    <p:extLst>
      <p:ext uri="{BB962C8B-B14F-4D97-AF65-F5344CB8AC3E}">
        <p14:creationId xmlns:p14="http://schemas.microsoft.com/office/powerpoint/2010/main" val="18000947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120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Retrospect</vt:lpstr>
      <vt:lpstr>Praktikum Mekatronika dan Robotika</vt:lpstr>
      <vt:lpstr>Praktikum Mekatronika Dan Robotika</vt:lpstr>
      <vt:lpstr>Persiapan Minggu depan Setup 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sirobo</dc:creator>
  <cp:lastModifiedBy>sirobo</cp:lastModifiedBy>
  <cp:revision>2</cp:revision>
  <dcterms:created xsi:type="dcterms:W3CDTF">2026-02-20T04:00:26Z</dcterms:created>
  <dcterms:modified xsi:type="dcterms:W3CDTF">2026-02-20T06:28:33Z</dcterms:modified>
</cp:coreProperties>
</file>